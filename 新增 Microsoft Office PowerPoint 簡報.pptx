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94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接點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接點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橢圓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橢圓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橢圓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接點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接點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橢圓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橢圓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橢圓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接點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內容版面配置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3" name="頁尾版面配置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接點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頁尾版面配置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2019/8/9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339752" y="1772816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/>
              <a:t>小專題報告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Working holiday in </a:t>
            </a:r>
            <a:r>
              <a:rPr lang="en-US" altLang="zh-TW" dirty="0" err="1" smtClean="0"/>
              <a:t>australia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339752" y="4077072"/>
            <a:ext cx="6172200" cy="1371600"/>
          </a:xfrm>
        </p:spPr>
        <p:txBody>
          <a:bodyPr/>
          <a:lstStyle/>
          <a:p>
            <a:r>
              <a:rPr lang="zh-TW" altLang="en-US" dirty="0" smtClean="0"/>
              <a:t>指導老師 </a:t>
            </a:r>
            <a:r>
              <a:rPr lang="en-US" altLang="zh-TW" dirty="0" smtClean="0"/>
              <a:t>:</a:t>
            </a:r>
            <a:r>
              <a:rPr lang="zh-TW" altLang="en-US" dirty="0" smtClean="0"/>
              <a:t> 許雅婷、錢達智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緣由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使用的工具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HTML</a:t>
            </a:r>
            <a:r>
              <a:rPr lang="zh-TW" altLang="en-US" dirty="0" smtClean="0"/>
              <a:t> </a:t>
            </a:r>
            <a:r>
              <a:rPr lang="en-US" altLang="zh-TW" dirty="0" smtClean="0"/>
              <a:t>5</a:t>
            </a:r>
          </a:p>
          <a:p>
            <a:r>
              <a:rPr lang="en-US" altLang="zh-TW" dirty="0" smtClean="0"/>
              <a:t>CSS3</a:t>
            </a:r>
          </a:p>
          <a:p>
            <a:r>
              <a:rPr lang="en-US" altLang="zh-TW" dirty="0" smtClean="0"/>
              <a:t>JavaScript</a:t>
            </a:r>
          </a:p>
          <a:p>
            <a:r>
              <a:rPr lang="en-US" altLang="zh-TW" dirty="0" smtClean="0"/>
              <a:t>Bootstrap</a:t>
            </a:r>
          </a:p>
          <a:p>
            <a:r>
              <a:rPr lang="en-US" altLang="zh-TW" dirty="0" smtClean="0"/>
              <a:t>jQuery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壁窗">
  <a:themeElements>
    <a:clrScheme name="壁窗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壁窗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壁窗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</TotalTime>
  <Words>19</Words>
  <Application>Microsoft Office PowerPoint</Application>
  <PresentationFormat>如螢幕大小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Century Schoolbook</vt:lpstr>
      <vt:lpstr>Wingdings</vt:lpstr>
      <vt:lpstr>Wingdings 2</vt:lpstr>
      <vt:lpstr>壁窗</vt:lpstr>
      <vt:lpstr>小專題報告 Working holiday in australia  </vt:lpstr>
      <vt:lpstr>緣由</vt:lpstr>
      <vt:lpstr>使用的工具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泳誌 邱</cp:lastModifiedBy>
  <cp:revision>4</cp:revision>
  <dcterms:created xsi:type="dcterms:W3CDTF">2019-08-08T01:11:05Z</dcterms:created>
  <dcterms:modified xsi:type="dcterms:W3CDTF">2019-08-08T19:32:34Z</dcterms:modified>
</cp:coreProperties>
</file>