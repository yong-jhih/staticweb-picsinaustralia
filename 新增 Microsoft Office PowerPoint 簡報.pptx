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36" y="-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TW" altLang="en-US" smtClean="0"/>
              <a:t>按一下以編輯母片副標題樣式</a:t>
            </a:r>
            <a:endParaRPr kumimoji="0" lang="en-US"/>
          </a:p>
        </p:txBody>
      </p:sp>
      <p:sp>
        <p:nvSpPr>
          <p:cNvPr id="28" name="日期版面配置區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17" name="頁尾版面配置區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矩形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矩形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矩形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直線接點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直線接點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直線接點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直線接點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直線接點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矩形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橢圓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橢圓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橢圓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橢圓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橢圓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投影片編號版面配置區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467600" cy="4873752"/>
          </a:xfrm>
        </p:spPr>
        <p:txBody>
          <a:bodyPr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0" name="頁尾版面配置區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9" name="矩形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矩形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矩形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矩形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直線接點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直線接點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直線接點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矩形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橢圓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橢圓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橢圓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橢圓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橢圓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直線接點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9" name="內容版面配置區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11" name="內容版面配置區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1" name="內容版面配置區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13" name="內容版面配置區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12" name="文字版面配置區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zh-TW" altLang="en-US" smtClean="0"/>
              <a:t>按一下以編輯母片文字樣式</a:t>
            </a:r>
          </a:p>
        </p:txBody>
      </p:sp>
      <p:sp>
        <p:nvSpPr>
          <p:cNvPr id="14" name="文字版面配置區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zh-TW" altLang="en-US" smtClean="0"/>
              <a:t>按一下以編輯母片文字樣式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6" name="日期版面配置區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TW" altLang="en-US" smtClean="0"/>
              <a:t>按一下以編輯母片文字樣式</a:t>
            </a:r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直線接點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矩形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內容版面配置區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21" name="日期版面配置區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22" name="投影片編號版面配置區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3" name="頁尾版面配置區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橢圓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zh-TW" altLang="en-US" smtClean="0"/>
              <a:t>按一下圖示以新增圖片</a:t>
            </a:r>
            <a:endParaRPr kumimoji="0"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TW" altLang="en-US" smtClean="0"/>
              <a:t>按一下以編輯母片文字樣式</a:t>
            </a:r>
          </a:p>
        </p:txBody>
      </p:sp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矩形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直線接點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直線接點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直線接點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日期版面配置區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18" name="投影片編號版面配置區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1" name="頁尾版面配置區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zh-TW" altLang="en-US" smtClean="0"/>
              <a:t>按一下以編輯母片文字樣式</a:t>
            </a:r>
          </a:p>
          <a:p>
            <a:pPr lvl="1" eaLnBrk="1" latinLnBrk="0" hangingPunct="1"/>
            <a:r>
              <a:rPr lang="zh-TW" altLang="en-US" smtClean="0"/>
              <a:t>第二層</a:t>
            </a:r>
          </a:p>
          <a:p>
            <a:pPr lvl="2" eaLnBrk="1" latinLnBrk="0" hangingPunct="1"/>
            <a:r>
              <a:rPr lang="zh-TW" altLang="en-US" smtClean="0"/>
              <a:t>第三層</a:t>
            </a:r>
          </a:p>
          <a:p>
            <a:pPr lvl="3" eaLnBrk="1" latinLnBrk="0" hangingPunct="1"/>
            <a:r>
              <a:rPr lang="zh-TW" altLang="en-US" smtClean="0"/>
              <a:t>第四層</a:t>
            </a:r>
          </a:p>
          <a:p>
            <a:pPr lvl="4" eaLnBrk="1" latinLnBrk="0" hangingPunct="1"/>
            <a:r>
              <a:rPr lang="zh-TW" altLang="en-US" smtClean="0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直線接點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zh-TW" altLang="en-US" smtClean="0"/>
              <a:t>按一下以編輯母片標題樣式</a:t>
            </a:r>
            <a:endParaRPr kumimoji="0" 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TW" altLang="en-US" smtClean="0"/>
              <a:t>按一下以編輯母片文字樣式</a:t>
            </a:r>
          </a:p>
          <a:p>
            <a:pPr lvl="1" eaLnBrk="1" latinLnBrk="0" hangingPunct="1"/>
            <a:r>
              <a:rPr kumimoji="0" lang="zh-TW" altLang="en-US" smtClean="0"/>
              <a:t>第二層</a:t>
            </a:r>
          </a:p>
          <a:p>
            <a:pPr lvl="2" eaLnBrk="1" latinLnBrk="0" hangingPunct="1"/>
            <a:r>
              <a:rPr kumimoji="0" lang="zh-TW" altLang="en-US" smtClean="0"/>
              <a:t>第三層</a:t>
            </a:r>
          </a:p>
          <a:p>
            <a:pPr lvl="3" eaLnBrk="1" latinLnBrk="0" hangingPunct="1"/>
            <a:r>
              <a:rPr kumimoji="0" lang="zh-TW" altLang="en-US" smtClean="0"/>
              <a:t>第四層</a:t>
            </a:r>
          </a:p>
          <a:p>
            <a:pPr lvl="4" eaLnBrk="1" latinLnBrk="0" hangingPunct="1"/>
            <a:r>
              <a:rPr kumimoji="0" lang="zh-TW" altLang="en-US" smtClean="0"/>
              <a:t>第五層</a:t>
            </a:r>
            <a:endParaRPr kumimoji="0" lang="en-US"/>
          </a:p>
        </p:txBody>
      </p:sp>
      <p:sp>
        <p:nvSpPr>
          <p:cNvPr id="14" name="日期版面配置區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pPr/>
              <a:t>2019/8/8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直線接點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矩形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直線接點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橢圓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壁窗">
  <a:themeElements>
    <a:clrScheme name="壁窗">
      <a:dk1>
        <a:sysClr val="windowText" lastClr="000000"/>
      </a:dk1>
      <a:lt1>
        <a:sysClr val="window" lastClr="FFFFFF"/>
      </a:lt1>
      <a:dk2>
        <a:srgbClr val="575F6D"/>
      </a:dk2>
      <a:lt2>
        <a:srgbClr val="FFF39D"/>
      </a:lt2>
      <a:accent1>
        <a:srgbClr val="FE8637"/>
      </a:accent1>
      <a:accent2>
        <a:srgbClr val="7598D9"/>
      </a:accent2>
      <a:accent3>
        <a:srgbClr val="B32C16"/>
      </a:accent3>
      <a:accent4>
        <a:srgbClr val="F5CD2D"/>
      </a:accent4>
      <a:accent5>
        <a:srgbClr val="AEBAD5"/>
      </a:accent5>
      <a:accent6>
        <a:srgbClr val="777C84"/>
      </a:accent6>
      <a:hlink>
        <a:srgbClr val="D2611C"/>
      </a:hlink>
      <a:folHlink>
        <a:srgbClr val="3B435B"/>
      </a:folHlink>
    </a:clrScheme>
    <a:fontScheme name="壁窗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壁窗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0</TotalTime>
  <Words>0</Words>
  <Application>Microsoft Office PowerPoint</Application>
  <PresentationFormat>如螢幕大小 (4:3)</PresentationFormat>
  <Paragraphs>0</Paragraphs>
  <Slides>3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4" baseType="lpstr">
      <vt:lpstr>壁窗</vt:lpstr>
      <vt:lpstr>投影片 1</vt:lpstr>
      <vt:lpstr>投影片 2</vt:lpstr>
      <vt:lpstr>投影片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USER</dc:creator>
  <cp:lastModifiedBy>USER</cp:lastModifiedBy>
  <cp:revision>2</cp:revision>
  <dcterms:created xsi:type="dcterms:W3CDTF">2019-08-08T01:11:05Z</dcterms:created>
  <dcterms:modified xsi:type="dcterms:W3CDTF">2019-08-08T01:13:19Z</dcterms:modified>
</cp:coreProperties>
</file>